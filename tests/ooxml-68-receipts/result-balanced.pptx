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Editable series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Q1</c:v>
                </c:pt>
                <c:pt idx="1">
                  <c:v>Q2</c:v>
                </c:pt>
                <c:pt idx="2">
                  <c:v>Q3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</c:v>
                </c:pt>
                <c:pt idx="1">
                  <c:v>23</c:v>
                </c:pt>
                <c:pt idx="2">
                  <c:v>31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0"/>
            <a:ext cx="2743200" cy="1828800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914400"/>
            <a:ext cx="2743200" cy="1828800"/>
          </a:xfrm>
          <a:prstGeom prst="rect">
            <a:avLst/>
          </a:prstGeom>
        </p:spPr>
      </p:pic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4114800"/>
          <a:ext cx="4114800" cy="18288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0" y="4389120"/>
            <a:ext cx="2743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Fonts and text remain editable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