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2743200" cy="1828800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14400"/>
            <a:ext cx="27432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