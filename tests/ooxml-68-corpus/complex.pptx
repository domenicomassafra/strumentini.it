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Editable series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23</c:v>
                </c:pt>
                <c:pt idx="2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2743200" cy="18288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14400"/>
            <a:ext cx="2743200" cy="18288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4114800"/>
          <a:ext cx="4114800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0" y="43891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Fonts and text remain editable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